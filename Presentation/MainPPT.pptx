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E0543E-F4C5-4FD4-BE40-1708398303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7711566-B49E-45D4-9383-51FDE0EEBB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F16B4F-B939-4E5E-8021-A4957B2AF3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54FEE6-8CA9-4651-9177-2CD3DDBBEE63}" type="datetimeFigureOut">
              <a:rPr lang="en-IN" smtClean="0"/>
              <a:t>26-01-2021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69C934-20FD-44CE-858D-0C272FE496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748484-DF68-4FD0-A79B-4B2EACBBC8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D34DAB-4AAF-4ED6-AC4B-2F49B212DC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71296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F742FB-8390-419E-A9ED-E92F057287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C2943D-D0AB-4163-BB52-9CB81CC0C5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5E3B5D-B9A2-4686-B0C8-0D3674C021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54FEE6-8CA9-4651-9177-2CD3DDBBEE63}" type="datetimeFigureOut">
              <a:rPr lang="en-IN" smtClean="0"/>
              <a:t>26-01-2021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CCAD36-2638-4974-B568-ED92EC7092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00E1EC-8C3E-442A-A580-3EF7026E06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D34DAB-4AAF-4ED6-AC4B-2F49B212DC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56281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907C8-83DB-4FAE-91A4-57A1E8997C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519D6D-DDEA-47FF-91A6-CE8C53F135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B4369B-B37D-475A-A5A4-800DEA3AFB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54FEE6-8CA9-4651-9177-2CD3DDBBEE63}" type="datetimeFigureOut">
              <a:rPr lang="en-IN" smtClean="0"/>
              <a:t>26-01-2021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E7A779-3AE4-46F3-8901-033B39BE69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9E2CF4-398D-41D7-ADD8-F06BDA808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D34DAB-4AAF-4ED6-AC4B-2F49B212DC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19539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9623AC-5E0C-4880-A31C-1329F0F1A0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B27F03-BA8F-4559-9369-76CD182630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3DE38F-70B1-4B56-AAE4-272A8BF169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C2D6DF-B626-4427-8EE2-C2920948C1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54FEE6-8CA9-4651-9177-2CD3DDBBEE63}" type="datetimeFigureOut">
              <a:rPr lang="en-IN" smtClean="0"/>
              <a:t>26-01-2021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DB8FB4-8573-4BA0-9BD7-FD4AC1D8D9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ED5907-68E0-4761-860F-6900281F46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D34DAB-4AAF-4ED6-AC4B-2F49B212DC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39912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0021B0-3E3C-4BAE-A0F6-ACBA44CE35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78888F-9642-4E57-A282-31A76F03D9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6FBEA9-50F2-4C58-9FCE-0FD326A5C3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6C30FA0-3B34-44D3-9B53-49FB1C87CD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76CC257-A841-4B47-83A8-FBA85BC97C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5871A86-082F-4323-8342-B20598A7B1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54FEE6-8CA9-4651-9177-2CD3DDBBEE63}" type="datetimeFigureOut">
              <a:rPr lang="en-IN" smtClean="0"/>
              <a:t>26-01-2021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58E62DD-025A-43EC-AFB0-8A55738652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DCB0D98-6A20-4D0A-8930-0FD8AE120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D34DAB-4AAF-4ED6-AC4B-2F49B212DC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15226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761FFA-0D59-4510-99FF-361766ED8F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E082EB-4B50-4593-BC45-FCF0B4A18E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54FEE6-8CA9-4651-9177-2CD3DDBBEE63}" type="datetimeFigureOut">
              <a:rPr lang="en-IN" smtClean="0"/>
              <a:t>26-01-2021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ECF12A2-D27B-4432-885A-8843B1C4CF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E5D9FAB-8EB4-493D-9023-6902BA3751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D34DAB-4AAF-4ED6-AC4B-2F49B212DC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18840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0049926-D75E-43AB-8CE3-71F187D1CE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54FEE6-8CA9-4651-9177-2CD3DDBBEE63}" type="datetimeFigureOut">
              <a:rPr lang="en-IN" smtClean="0"/>
              <a:t>26-01-2021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7F26F90-4A2F-4137-8C37-6E223A26DB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F3781A-1275-4952-B9A9-D50BD71F73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D34DAB-4AAF-4ED6-AC4B-2F49B212DC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05234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1E04C9-5ED3-4ED4-8935-83ED1A60E6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1C62DD-5E43-46A1-BCAF-95A57F69FA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F18BFF-4D08-42A7-9872-24F080DA5E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DCF0BB-74B7-47C1-8173-D705F414DA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54FEE6-8CA9-4651-9177-2CD3DDBBEE63}" type="datetimeFigureOut">
              <a:rPr lang="en-IN" smtClean="0"/>
              <a:t>26-01-2021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A176E4-93C5-4B3C-8CEC-34AD4AAD86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2DCE1D-D3D7-45FB-9891-8707DA22E7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D34DAB-4AAF-4ED6-AC4B-2F49B212DC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72381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6F4735-82C1-4219-8242-FEECF5DD81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C0981BF-BFC6-4A94-8CA1-5C1289A394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D248B5-8058-4719-8D13-B2AF634533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EB3797-E666-4250-9841-E00C6EE108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54FEE6-8CA9-4651-9177-2CD3DDBBEE63}" type="datetimeFigureOut">
              <a:rPr lang="en-IN" smtClean="0"/>
              <a:t>26-01-2021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F80EB9-2564-40A2-B0CD-810DBC5F68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669FC0-DE9B-48BC-9AA1-7D7332D35B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D34DAB-4AAF-4ED6-AC4B-2F49B212DC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13996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19B43A-A251-4C1E-8652-68EF35D371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8A0E5DB-57E8-4B35-B483-88B2B8B919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C66AA6-4DAE-4B13-B4EE-8FE8028EED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54FEE6-8CA9-4651-9177-2CD3DDBBEE63}" type="datetimeFigureOut">
              <a:rPr lang="en-IN" smtClean="0"/>
              <a:t>26-01-2021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0625B8-B783-48F7-A104-10DDB60834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2D66F5-2604-4322-88B2-9F3EF7F001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D34DAB-4AAF-4ED6-AC4B-2F49B212DC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59681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FAD3F44-229D-4941-B24E-43EC625EEB5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011130A-8D69-45A6-AA5C-5BAE132264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ABFB39-C4FD-4D3E-9629-F97ECE2CF7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54FEE6-8CA9-4651-9177-2CD3DDBBEE63}" type="datetimeFigureOut">
              <a:rPr lang="en-IN" smtClean="0"/>
              <a:t>26-01-2021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2C18BE-E8FC-4688-8950-4ABFC6173B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D9EF14-62E6-4131-993E-98D0142FCD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D34DAB-4AAF-4ED6-AC4B-2F49B212DC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06532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0EA4C83-D905-47A4-BB39-7456D6C192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21DF48-CECF-45C5-8BCD-270921E8C4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ACAA7F-E4AB-478D-B73B-AEF22C366B9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54FEE6-8CA9-4651-9177-2CD3DDBBEE63}" type="datetimeFigureOut">
              <a:rPr lang="en-IN" smtClean="0"/>
              <a:t>26-01-2021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1E8393-1F1B-47C2-8CC7-E8967D7AC5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318164-0305-493D-9640-86EDBE669A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D34DAB-4AAF-4ED6-AC4B-2F49B212DC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29336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app.pluralsight.com/guides/using-git-and-github-on-windows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Getting Rid of the Drop Shadow Icon Labels on Windows 10 Desktop |  Alexander's Blog">
            <a:extLst>
              <a:ext uri="{FF2B5EF4-FFF2-40B4-BE49-F238E27FC236}">
                <a16:creationId xmlns:a16="http://schemas.microsoft.com/office/drawing/2014/main" id="{15337F9F-6F8E-4DA6-B7D1-2643A18E4C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7857" y="5280154"/>
            <a:ext cx="756752" cy="7567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F578931-DC69-42AC-B998-B54905CDD639}"/>
              </a:ext>
            </a:extLst>
          </p:cNvPr>
          <p:cNvSpPr txBox="1"/>
          <p:nvPr/>
        </p:nvSpPr>
        <p:spPr>
          <a:xfrm>
            <a:off x="1724609" y="5477070"/>
            <a:ext cx="666964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Git version 2.30.02</a:t>
            </a:r>
          </a:p>
          <a:p>
            <a:r>
              <a:rPr lang="en-US" dirty="0"/>
              <a:t>Chef Workstation v21.1.233</a:t>
            </a:r>
          </a:p>
          <a:p>
            <a:r>
              <a:rPr lang="en-IN" dirty="0">
                <a:hlinkClick r:id="rId3"/>
              </a:rPr>
              <a:t>https://app.pluralsight.com/guides/using-git-and-github-on-windows</a:t>
            </a:r>
            <a:r>
              <a:rPr lang="en-US" dirty="0"/>
              <a:t> </a:t>
            </a:r>
            <a:endParaRPr lang="en-IN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A2BC1C6-3E41-473B-A8AC-9E98B9A18DDC}"/>
              </a:ext>
            </a:extLst>
          </p:cNvPr>
          <p:cNvCxnSpPr/>
          <p:nvPr/>
        </p:nvCxnSpPr>
        <p:spPr>
          <a:xfrm>
            <a:off x="0" y="4861249"/>
            <a:ext cx="12192000" cy="6531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5DA616E2-686D-4369-8F97-58D9E2185D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37552" y="5059435"/>
            <a:ext cx="3038475" cy="1638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50351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131</TotalTime>
  <Words>17</Words>
  <Application>Microsoft Office PowerPoint</Application>
  <PresentationFormat>Widescreen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Shreekanth Tirumal</dc:creator>
  <cp:lastModifiedBy>Shreekanth Tirumal</cp:lastModifiedBy>
  <cp:revision>3</cp:revision>
  <dcterms:created xsi:type="dcterms:W3CDTF">2021-01-26T13:36:59Z</dcterms:created>
  <dcterms:modified xsi:type="dcterms:W3CDTF">2021-01-26T15:48:08Z</dcterms:modified>
</cp:coreProperties>
</file>